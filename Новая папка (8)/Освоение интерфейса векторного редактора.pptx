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41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D8213-C3A6-41A1-8A5B-CCEFEEF362DE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888E-F086-4AEB-8C83-6064A5042E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990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D8213-C3A6-41A1-8A5B-CCEFEEF362DE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888E-F086-4AEB-8C83-6064A5042E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020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D8213-C3A6-41A1-8A5B-CCEFEEF362DE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888E-F086-4AEB-8C83-6064A5042E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9316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D8213-C3A6-41A1-8A5B-CCEFEEF362DE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888E-F086-4AEB-8C83-6064A5042E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0810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D8213-C3A6-41A1-8A5B-CCEFEEF362DE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888E-F086-4AEB-8C83-6064A5042E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8442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D8213-C3A6-41A1-8A5B-CCEFEEF362DE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888E-F086-4AEB-8C83-6064A5042E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0343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D8213-C3A6-41A1-8A5B-CCEFEEF362DE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888E-F086-4AEB-8C83-6064A5042E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144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D8213-C3A6-41A1-8A5B-CCEFEEF362DE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888E-F086-4AEB-8C83-6064A5042E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5574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D8213-C3A6-41A1-8A5B-CCEFEEF362DE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888E-F086-4AEB-8C83-6064A5042E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3805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D8213-C3A6-41A1-8A5B-CCEFEEF362DE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888E-F086-4AEB-8C83-6064A5042E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9118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D8213-C3A6-41A1-8A5B-CCEFEEF362DE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888E-F086-4AEB-8C83-6064A5042EB0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7121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D8213-C3A6-41A1-8A5B-CCEFEEF362DE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888E-F086-4AEB-8C83-6064A5042E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8983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D8213-C3A6-41A1-8A5B-CCEFEEF362DE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888E-F086-4AEB-8C83-6064A5042EB0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18150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D8213-C3A6-41A1-8A5B-CCEFEEF362DE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888E-F086-4AEB-8C83-6064A5042E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53448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D8213-C3A6-41A1-8A5B-CCEFEEF362DE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888E-F086-4AEB-8C83-6064A5042E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28502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D8213-C3A6-41A1-8A5B-CCEFEEF362DE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9888E-F086-4AEB-8C83-6064A5042E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7105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0D8213-C3A6-41A1-8A5B-CCEFEEF362DE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1A9888E-F086-4AEB-8C83-6064A5042E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02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21841" y="626068"/>
            <a:ext cx="7766936" cy="1646302"/>
          </a:xfrm>
        </p:spPr>
        <p:txBody>
          <a:bodyPr/>
          <a:lstStyle/>
          <a:p>
            <a:r>
              <a:rPr lang="ru-RU" dirty="0"/>
              <a:t>Освоение интерфейса векторного редактора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98010" y="2549204"/>
            <a:ext cx="7766936" cy="4187156"/>
          </a:xfrm>
        </p:spPr>
        <p:txBody>
          <a:bodyPr/>
          <a:lstStyle/>
          <a:p>
            <a:r>
              <a:rPr lang="ru-RU" b="1" dirty="0"/>
              <a:t>Что такое векторный редактор?</a:t>
            </a:r>
          </a:p>
          <a:p>
            <a:endParaRPr lang="ru-RU" dirty="0" smtClean="0"/>
          </a:p>
          <a:p>
            <a:r>
              <a:rPr lang="ru-RU" dirty="0"/>
              <a:t>Векторный редактор — программа для создания и редактирования векторной графики.</a:t>
            </a:r>
          </a:p>
          <a:p>
            <a:r>
              <a:rPr lang="ru-RU" dirty="0"/>
              <a:t>Векторное изображение строится из графических примитивов (линий, окружностей, прямоугольников и т. д.).</a:t>
            </a:r>
          </a:p>
          <a:p>
            <a:r>
              <a:rPr lang="ru-RU" dirty="0"/>
              <a:t>Каждый примитив описывается математическими формулами.</a:t>
            </a:r>
          </a:p>
          <a:p>
            <a:r>
              <a:rPr lang="ru-RU" dirty="0"/>
              <a:t> </a:t>
            </a:r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1659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Популярные векторные редакторы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1501" y="1623694"/>
            <a:ext cx="8596668" cy="3880773"/>
          </a:xfrm>
        </p:spPr>
        <p:txBody>
          <a:bodyPr/>
          <a:lstStyle/>
          <a:p>
            <a:r>
              <a:rPr lang="en-US" dirty="0"/>
              <a:t>Adobe Illustrator;</a:t>
            </a:r>
          </a:p>
          <a:p>
            <a:r>
              <a:rPr lang="en-US" dirty="0" err="1"/>
              <a:t>CorelDRAW</a:t>
            </a:r>
            <a:r>
              <a:rPr lang="en-US" dirty="0"/>
              <a:t>;</a:t>
            </a:r>
          </a:p>
          <a:p>
            <a:r>
              <a:rPr lang="en-US" dirty="0" err="1"/>
              <a:t>Inkscape</a:t>
            </a:r>
            <a:r>
              <a:rPr lang="en-US" dirty="0"/>
              <a:t> (</a:t>
            </a:r>
            <a:r>
              <a:rPr lang="en-US" dirty="0" err="1"/>
              <a:t>бесплатный</a:t>
            </a:r>
            <a:r>
              <a:rPr lang="en-US" dirty="0"/>
              <a:t>);</a:t>
            </a:r>
          </a:p>
          <a:p>
            <a:r>
              <a:rPr lang="en-US" dirty="0" err="1"/>
              <a:t>Встроенный</a:t>
            </a:r>
            <a:r>
              <a:rPr lang="en-US" dirty="0"/>
              <a:t> </a:t>
            </a:r>
            <a:r>
              <a:rPr lang="en-US" dirty="0" err="1"/>
              <a:t>редактор</a:t>
            </a:r>
            <a:r>
              <a:rPr lang="en-US" dirty="0"/>
              <a:t> в Microsoft Word;</a:t>
            </a:r>
          </a:p>
          <a:p>
            <a:r>
              <a:rPr lang="en-US" dirty="0"/>
              <a:t>OpenOffice Draw.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5093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Запуск и главное окно редактора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2160589"/>
            <a:ext cx="5418666" cy="3880773"/>
          </a:xfrm>
        </p:spPr>
        <p:txBody>
          <a:bodyPr/>
          <a:lstStyle/>
          <a:p>
            <a:r>
              <a:rPr lang="ru-RU" dirty="0" smtClean="0"/>
              <a:t>1. </a:t>
            </a:r>
            <a:r>
              <a:rPr lang="ru-RU" dirty="0"/>
              <a:t>Способы запуска программы:</a:t>
            </a:r>
          </a:p>
          <a:p>
            <a:pPr lvl="1"/>
            <a:r>
              <a:rPr lang="ru-RU" dirty="0"/>
              <a:t>через ярлык на рабочем столе;</a:t>
            </a:r>
          </a:p>
          <a:p>
            <a:pPr lvl="1"/>
            <a:r>
              <a:rPr lang="ru-RU" dirty="0"/>
              <a:t>из меню «Пуск»;</a:t>
            </a:r>
          </a:p>
          <a:p>
            <a:pPr lvl="1"/>
            <a:r>
              <a:rPr lang="ru-RU" dirty="0"/>
              <a:t>поиск по названию программы.</a:t>
            </a:r>
          </a:p>
          <a:p>
            <a:r>
              <a:rPr lang="ru-RU" dirty="0" smtClean="0"/>
              <a:t>2. </a:t>
            </a:r>
            <a:r>
              <a:rPr lang="ru-RU" dirty="0"/>
              <a:t>Элементы главного окна:</a:t>
            </a:r>
          </a:p>
          <a:p>
            <a:pPr lvl="1"/>
            <a:r>
              <a:rPr lang="ru-RU" dirty="0"/>
              <a:t>строка меню;</a:t>
            </a:r>
          </a:p>
          <a:p>
            <a:pPr lvl="1"/>
            <a:r>
              <a:rPr lang="ru-RU" dirty="0"/>
              <a:t>панели инструментов;</a:t>
            </a:r>
          </a:p>
          <a:p>
            <a:pPr lvl="1"/>
            <a:r>
              <a:rPr lang="ru-RU" dirty="0"/>
              <a:t>рабочая область;</a:t>
            </a:r>
          </a:p>
          <a:p>
            <a:pPr lvl="1"/>
            <a:r>
              <a:rPr lang="ru-RU" dirty="0"/>
              <a:t>палитра цветов;</a:t>
            </a:r>
          </a:p>
          <a:p>
            <a:pPr lvl="1"/>
            <a:r>
              <a:rPr lang="ru-RU" dirty="0"/>
              <a:t>панель свойств.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3786" y="1778466"/>
            <a:ext cx="5943600" cy="4835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228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Основные инструменты рисования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«Прямоугольник» / «Квадрат»;</a:t>
            </a:r>
          </a:p>
          <a:p>
            <a:r>
              <a:rPr lang="ru-RU" dirty="0"/>
              <a:t>«Эллипс» / «Круг»;</a:t>
            </a:r>
          </a:p>
          <a:p>
            <a:r>
              <a:rPr lang="ru-RU" dirty="0"/>
              <a:t>«Линия» / «Кривая»;</a:t>
            </a:r>
          </a:p>
          <a:p>
            <a:r>
              <a:rPr lang="ru-RU" dirty="0"/>
              <a:t>«Многоугольник»;</a:t>
            </a:r>
          </a:p>
          <a:p>
            <a:r>
              <a:rPr lang="ru-RU" dirty="0"/>
              <a:t>«Текст»;</a:t>
            </a:r>
          </a:p>
          <a:p>
            <a:r>
              <a:rPr lang="ru-RU" dirty="0"/>
              <a:t>«Карандаш» / «Перо» для произвольных линий.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816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Некоторые элементы интерфейса </a:t>
            </a:r>
            <a:r>
              <a:rPr lang="ru-RU" b="1" dirty="0" err="1"/>
              <a:t>Adobe</a:t>
            </a:r>
            <a:r>
              <a:rPr lang="ru-RU" b="1" dirty="0"/>
              <a:t> </a:t>
            </a:r>
            <a:r>
              <a:rPr lang="ru-RU" b="1" dirty="0" err="1"/>
              <a:t>Illustrator</a:t>
            </a:r>
            <a:r>
              <a:rPr lang="ru-RU" b="1" dirty="0"/>
              <a:t>, которые стоит освоить: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2160589"/>
            <a:ext cx="6587532" cy="3880773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/>
              <a:t>Панель инструментов</a:t>
            </a:r>
            <a:r>
              <a:rPr lang="ru-RU" dirty="0"/>
              <a:t> — вертикальная панель слева, содержит основные инструменты для рисования, выделения и редактирования объектов. Некоторые инструменты:</a:t>
            </a:r>
          </a:p>
          <a:p>
            <a:pPr lvl="1"/>
            <a:r>
              <a:rPr lang="ru-RU" b="1" dirty="0"/>
              <a:t>Выделение (</a:t>
            </a:r>
            <a:r>
              <a:rPr lang="ru-RU" b="1" dirty="0" err="1"/>
              <a:t>Selection</a:t>
            </a:r>
            <a:r>
              <a:rPr lang="ru-RU" b="1" dirty="0"/>
              <a:t> </a:t>
            </a:r>
            <a:r>
              <a:rPr lang="ru-RU" b="1" dirty="0" err="1"/>
              <a:t>Tool</a:t>
            </a:r>
            <a:r>
              <a:rPr lang="ru-RU" b="1" dirty="0"/>
              <a:t>)</a:t>
            </a:r>
            <a:r>
              <a:rPr lang="ru-RU" dirty="0"/>
              <a:t> — выбирает целые объекты, позволяет перемещать, масштабировать и вращать элементы. </a:t>
            </a:r>
            <a:endParaRPr lang="ru-RU" dirty="0" smtClean="0"/>
          </a:p>
          <a:p>
            <a:pPr lvl="1"/>
            <a:r>
              <a:rPr lang="ru-RU" b="1" dirty="0" smtClean="0"/>
              <a:t>Прямое </a:t>
            </a:r>
            <a:r>
              <a:rPr lang="ru-RU" b="1" dirty="0"/>
              <a:t>выделение (</a:t>
            </a:r>
            <a:r>
              <a:rPr lang="ru-RU" b="1" dirty="0" err="1"/>
              <a:t>Direct</a:t>
            </a:r>
            <a:r>
              <a:rPr lang="ru-RU" b="1" dirty="0"/>
              <a:t> </a:t>
            </a:r>
            <a:r>
              <a:rPr lang="ru-RU" b="1" dirty="0" err="1"/>
              <a:t>Selection</a:t>
            </a:r>
            <a:r>
              <a:rPr lang="ru-RU" b="1" dirty="0"/>
              <a:t> </a:t>
            </a:r>
            <a:r>
              <a:rPr lang="ru-RU" b="1" dirty="0" err="1"/>
              <a:t>Tool</a:t>
            </a:r>
            <a:r>
              <a:rPr lang="ru-RU" b="1" dirty="0"/>
              <a:t>)</a:t>
            </a:r>
            <a:r>
              <a:rPr lang="ru-RU" dirty="0"/>
              <a:t> — выделяет отдельные точки (узлы) и сегменты кривых, используется для детальной правки формы. </a:t>
            </a:r>
            <a:endParaRPr lang="ru-RU" dirty="0" smtClean="0"/>
          </a:p>
          <a:p>
            <a:pPr lvl="1"/>
            <a:r>
              <a:rPr lang="ru-RU" b="1" dirty="0" smtClean="0"/>
              <a:t>Лассо </a:t>
            </a:r>
            <a:r>
              <a:rPr lang="ru-RU" b="1" dirty="0"/>
              <a:t>(</a:t>
            </a:r>
            <a:r>
              <a:rPr lang="ru-RU" b="1" dirty="0" err="1"/>
              <a:t>Lasso</a:t>
            </a:r>
            <a:r>
              <a:rPr lang="ru-RU" b="1" dirty="0"/>
              <a:t>)</a:t>
            </a:r>
            <a:r>
              <a:rPr lang="ru-RU" dirty="0"/>
              <a:t> — выделяет точки, сегменты или части объектов произвольной формой. </a:t>
            </a:r>
            <a:endParaRPr lang="ru-RU" dirty="0" smtClean="0"/>
          </a:p>
          <a:p>
            <a:pPr lvl="1"/>
            <a:r>
              <a:rPr lang="ru-RU" b="1" dirty="0" smtClean="0"/>
              <a:t>Рабочая </a:t>
            </a:r>
            <a:r>
              <a:rPr lang="ru-RU" b="1" dirty="0"/>
              <a:t>область (монтажная область)</a:t>
            </a:r>
            <a:r>
              <a:rPr lang="ru-RU" dirty="0"/>
              <a:t> — центральная часть экрана, где создаются и редактируются иллюстрации. В одном документе можно держать несколько монтажных областей. </a:t>
            </a:r>
            <a:endParaRPr lang="ru-RU" dirty="0" smtClean="0"/>
          </a:p>
          <a:p>
            <a:pPr lvl="1"/>
            <a:r>
              <a:rPr lang="ru-RU" b="1" dirty="0" smtClean="0"/>
              <a:t>Панель </a:t>
            </a:r>
            <a:r>
              <a:rPr lang="ru-RU" b="1" dirty="0"/>
              <a:t>свойств</a:t>
            </a:r>
            <a:r>
              <a:rPr lang="ru-RU" dirty="0"/>
              <a:t> — справа, показывает параметры выбранного объекта: размеры, положение, цвет, обводку, выравнивание и быстрые действия. </a:t>
            </a:r>
            <a:endParaRPr lang="ru-RU" dirty="0" smtClean="0"/>
          </a:p>
          <a:p>
            <a:pPr lvl="1"/>
            <a:r>
              <a:rPr lang="ru-RU" b="1" dirty="0" smtClean="0"/>
              <a:t>Панель </a:t>
            </a:r>
            <a:r>
              <a:rPr lang="ru-RU" b="1" dirty="0"/>
              <a:t>слоёв</a:t>
            </a:r>
            <a:r>
              <a:rPr lang="ru-RU" dirty="0"/>
              <a:t> — помогает поддерживать порядок в макете, позволяет быстро находить нужные элементы. Рекомендуется давать слоям осмысленные имена и группировать связанные элементы. </a:t>
            </a:r>
            <a:endParaRPr lang="ru-RU" dirty="0" smtClean="0"/>
          </a:p>
          <a:p>
            <a:pPr lvl="1"/>
            <a:r>
              <a:rPr lang="ru-RU" b="1" dirty="0" smtClean="0"/>
              <a:t>Строка </a:t>
            </a:r>
            <a:r>
              <a:rPr lang="ru-RU" b="1" dirty="0"/>
              <a:t>состояния</a:t>
            </a:r>
            <a:r>
              <a:rPr lang="ru-RU" dirty="0"/>
              <a:t> — внизу, показывает текущий масштаб документа и помогает ориентироваться в рабочем пространстве. </a:t>
            </a:r>
            <a:endParaRPr lang="ru-RU" dirty="0" smtClean="0"/>
          </a:p>
          <a:p>
            <a:pPr marL="457200" lvl="1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4866" y="2072081"/>
            <a:ext cx="4927134" cy="3342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244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Некоторые элементы интерфейса </a:t>
            </a:r>
            <a:r>
              <a:rPr lang="ru-RU" b="1" dirty="0" err="1"/>
              <a:t>CorelDRAW</a:t>
            </a:r>
            <a:r>
              <a:rPr lang="ru-RU" b="1" dirty="0"/>
              <a:t>, которые стоит освоить: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2278034"/>
            <a:ext cx="6723749" cy="3880773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Строка меню</a:t>
            </a:r>
            <a:r>
              <a:rPr lang="ru-RU" dirty="0"/>
              <a:t> — содержит основные команды, сгруппированные по категориям (Файл, Правка, Вид и т. д.).</a:t>
            </a:r>
          </a:p>
          <a:p>
            <a:r>
              <a:rPr lang="ru-RU" b="1" dirty="0"/>
              <a:t>Стандартная панель</a:t>
            </a:r>
            <a:r>
              <a:rPr lang="ru-RU" dirty="0"/>
              <a:t> — включает часто используемые команды (Открыть, Сохранить, Печать).</a:t>
            </a:r>
          </a:p>
          <a:p>
            <a:r>
              <a:rPr lang="ru-RU" b="1" dirty="0"/>
              <a:t>Панель свойств</a:t>
            </a:r>
            <a:r>
              <a:rPr lang="ru-RU" dirty="0"/>
              <a:t> — контекстная панель, отображающая параметры выбранного инструмента или объекта.</a:t>
            </a:r>
          </a:p>
          <a:p>
            <a:r>
              <a:rPr lang="ru-RU" b="1" dirty="0"/>
              <a:t>Набор инструментов</a:t>
            </a:r>
            <a:r>
              <a:rPr lang="ru-RU" dirty="0"/>
              <a:t> — вертикальная панель с основными инструментами для создания и редактирования.</a:t>
            </a:r>
          </a:p>
          <a:p>
            <a:r>
              <a:rPr lang="ru-RU" b="1" dirty="0"/>
              <a:t>Рабочая область</a:t>
            </a:r>
            <a:r>
              <a:rPr lang="ru-RU" dirty="0"/>
              <a:t> — пространство для создания и редактирования документов.</a:t>
            </a:r>
          </a:p>
          <a:p>
            <a:r>
              <a:rPr lang="ru-RU" b="1" dirty="0"/>
              <a:t>Цветовая палитра</a:t>
            </a:r>
            <a:r>
              <a:rPr lang="ru-RU" dirty="0"/>
              <a:t> — набор цветов для заливки и контуров объектов.</a:t>
            </a:r>
          </a:p>
          <a:p>
            <a:r>
              <a:rPr lang="ru-RU" b="1" dirty="0"/>
              <a:t>Окно докеров</a:t>
            </a:r>
            <a:r>
              <a:rPr lang="ru-RU" dirty="0"/>
              <a:t> — дополнительные панели с расширенными возможностями (Свойства объекта, Эффекты и др.).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8070052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30</TotalTime>
  <Words>75</Words>
  <Application>Microsoft Office PowerPoint</Application>
  <PresentationFormat>Широкоэкранный</PresentationFormat>
  <Paragraphs>48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Аспект</vt:lpstr>
      <vt:lpstr>Освоение интерфейса векторного редактора</vt:lpstr>
      <vt:lpstr>Популярные векторные редакторы </vt:lpstr>
      <vt:lpstr>Запуск и главное окно редактора </vt:lpstr>
      <vt:lpstr>Основные инструменты рисования </vt:lpstr>
      <vt:lpstr>Некоторые элементы интерфейса Adobe Illustrator, которые стоит освоить:</vt:lpstr>
      <vt:lpstr>Некоторые элементы интерфейса CorelDRAW, которые стоит освоить: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Освоение интерфейса векторного редактора</dc:title>
  <dc:creator>9231 kopr</dc:creator>
  <cp:lastModifiedBy>9231 kopr</cp:lastModifiedBy>
  <cp:revision>3</cp:revision>
  <dcterms:created xsi:type="dcterms:W3CDTF">2026-05-06T03:49:33Z</dcterms:created>
  <dcterms:modified xsi:type="dcterms:W3CDTF">2026-05-06T04:20:29Z</dcterms:modified>
</cp:coreProperties>
</file>