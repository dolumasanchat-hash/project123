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6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92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55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29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06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89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41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33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5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28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F903DC3-D8BD-4B93-A95D-B0FC312252C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8F2187E-21A2-40AC-BFBF-EBC4FB54A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9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ky.pro/wiki/digital-art/programmy-dlya-raboty-s-vektornoj-grafikoj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09980" y="318782"/>
            <a:ext cx="9966960" cy="2088858"/>
          </a:xfrm>
        </p:spPr>
        <p:txBody>
          <a:bodyPr/>
          <a:lstStyle/>
          <a:p>
            <a:r>
              <a:rPr lang="ru-RU" dirty="0" smtClean="0"/>
              <a:t>Редактор векторной графики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09530" y="2290194"/>
            <a:ext cx="8767860" cy="4320331"/>
          </a:xfrm>
        </p:spPr>
        <p:txBody>
          <a:bodyPr/>
          <a:lstStyle/>
          <a:p>
            <a:r>
              <a:rPr lang="ru-RU" b="1" dirty="0"/>
              <a:t>Для работы с векторной графикой</a:t>
            </a:r>
            <a:r>
              <a:rPr lang="ru-RU" dirty="0"/>
              <a:t> предназначены специальные программы — </a:t>
            </a:r>
            <a:r>
              <a:rPr lang="ru-RU" b="1" dirty="0"/>
              <a:t>векторные графические редакторы</a:t>
            </a:r>
            <a:r>
              <a:rPr lang="ru-RU" dirty="0"/>
              <a:t>. Они позволяют создавать и редактировать векторные изображения непосредственно на экране компьютера, а также сохранять их в различных векторных форматах, например, CDR, AI, EPS, WMF или SVG</a:t>
            </a:r>
            <a:r>
              <a:rPr lang="ru-RU" dirty="0" smtClean="0"/>
              <a:t>.</a:t>
            </a:r>
          </a:p>
          <a:p>
            <a:r>
              <a:rPr lang="ru-RU" dirty="0"/>
              <a:t>Векторные редакторы используются для создания логотипов, иконок, </a:t>
            </a:r>
            <a:r>
              <a:rPr lang="ru-RU" dirty="0" err="1"/>
              <a:t>инфографики</a:t>
            </a:r>
            <a:r>
              <a:rPr lang="ru-RU" dirty="0"/>
              <a:t>, иллюстраций, макетов веб-страниц и печатных материалов.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30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бесплатные программы для работы с векторной графикой: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Inkscape</a:t>
            </a:r>
            <a:r>
              <a:rPr lang="ru-RU" dirty="0"/>
              <a:t>. Редактор с открытым исходным кодом, позволяет создавать логотипы, иконки, иллюстрации, </a:t>
            </a:r>
            <a:r>
              <a:rPr lang="ru-RU" dirty="0" err="1"/>
              <a:t>инфографику</a:t>
            </a:r>
            <a:r>
              <a:rPr lang="ru-RU" dirty="0"/>
              <a:t>. Работает с форматом SVG, который является стандартом для веб-графики. По набору инструментов </a:t>
            </a:r>
            <a:r>
              <a:rPr lang="ru-RU" dirty="0" err="1"/>
              <a:t>Inkscape</a:t>
            </a:r>
            <a:r>
              <a:rPr lang="ru-RU" dirty="0"/>
              <a:t> близок к </a:t>
            </a:r>
            <a:r>
              <a:rPr lang="ru-RU" dirty="0" err="1"/>
              <a:t>Illustrator</a:t>
            </a:r>
            <a:r>
              <a:rPr lang="ru-RU" dirty="0"/>
              <a:t> — здесь есть работа с контурами, трассировка растровых изображений, поддержка расширений. </a:t>
            </a:r>
            <a:endParaRPr lang="ru-RU" dirty="0" smtClean="0"/>
          </a:p>
          <a:p>
            <a:r>
              <a:rPr lang="ru-RU" b="1" dirty="0" err="1" smtClean="0"/>
              <a:t>LibreOffice</a:t>
            </a:r>
            <a:r>
              <a:rPr lang="ru-RU" b="1" dirty="0" smtClean="0"/>
              <a:t> </a:t>
            </a:r>
            <a:r>
              <a:rPr lang="ru-RU" b="1" dirty="0" err="1"/>
              <a:t>Draw</a:t>
            </a:r>
            <a:r>
              <a:rPr lang="ru-RU" dirty="0"/>
              <a:t> — часть бесплатного офисного пакета </a:t>
            </a:r>
            <a:r>
              <a:rPr lang="ru-RU" dirty="0" err="1"/>
              <a:t>LibreOffice</a:t>
            </a:r>
            <a:r>
              <a:rPr lang="ru-RU" dirty="0"/>
              <a:t>. Предлагает базовые инструменты векторного рисования, интеграцию с другими компонентами офисного пакета, создание диаграмм и блок-схем. </a:t>
            </a:r>
            <a:endParaRPr lang="ru-RU" dirty="0" smtClean="0"/>
          </a:p>
          <a:p>
            <a:r>
              <a:rPr lang="ru-RU" b="1" dirty="0" smtClean="0"/>
              <a:t>SVG-</a:t>
            </a:r>
            <a:r>
              <a:rPr lang="ru-RU" b="1" dirty="0" err="1" smtClean="0"/>
              <a:t>Edit</a:t>
            </a:r>
            <a:r>
              <a:rPr lang="ru-RU" dirty="0"/>
              <a:t> — онлайн-редактор для работы с SVG, не требует установки и работает в любом современном браузере. </a:t>
            </a:r>
            <a:endParaRPr lang="ru-RU" dirty="0" smtClean="0"/>
          </a:p>
          <a:p>
            <a:r>
              <a:rPr lang="ru-RU" b="1" dirty="0" err="1" smtClean="0"/>
              <a:t>BoxySVG</a:t>
            </a:r>
            <a:r>
              <a:rPr lang="ru-RU" dirty="0"/>
              <a:t> — </a:t>
            </a:r>
            <a:r>
              <a:rPr lang="ru-RU" dirty="0" err="1"/>
              <a:t>минималистичный</a:t>
            </a:r>
            <a:r>
              <a:rPr lang="ru-RU" dirty="0"/>
              <a:t> редактор, ориентированный на создание SVG для веб. Простой интерфейс скрывает мощные возможности, включая расширенную работу с CSS и </a:t>
            </a:r>
            <a:r>
              <a:rPr lang="ru-RU" dirty="0" err="1"/>
              <a:t>JavaScript</a:t>
            </a:r>
            <a:r>
              <a:rPr lang="ru-RU" dirty="0"/>
              <a:t> для интерактивной графики.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75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платные программы для работы с векторной графикой: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ru-RU" dirty="0"/>
          </a:p>
          <a:p>
            <a:r>
              <a:rPr lang="ru-RU" b="1" dirty="0" err="1"/>
              <a:t>Adobe</a:t>
            </a:r>
            <a:r>
              <a:rPr lang="ru-RU" b="1" dirty="0"/>
              <a:t> </a:t>
            </a:r>
            <a:r>
              <a:rPr lang="ru-RU" b="1" dirty="0" err="1"/>
              <a:t>Illustrator</a:t>
            </a:r>
            <a:r>
              <a:rPr lang="ru-RU" dirty="0"/>
              <a:t>. Программа предлагает инструменты для создания сложных иллюстраций, логотипов и </a:t>
            </a:r>
            <a:r>
              <a:rPr lang="ru-RU" dirty="0" err="1"/>
              <a:t>типографики</a:t>
            </a:r>
            <a:r>
              <a:rPr lang="ru-RU" dirty="0"/>
              <a:t>. Возможности </a:t>
            </a:r>
            <a:r>
              <a:rPr lang="ru-RU" dirty="0" err="1"/>
              <a:t>Illustrator</a:t>
            </a:r>
            <a:r>
              <a:rPr lang="ru-RU" dirty="0"/>
              <a:t>: от продвинутой работы с кривыми Безье до создания сложных градиентов и эффектов. Программа поддерживает интеграцию с другими продуктами </a:t>
            </a:r>
            <a:r>
              <a:rPr lang="ru-RU" dirty="0" err="1"/>
              <a:t>Adobe</a:t>
            </a:r>
            <a:r>
              <a:rPr lang="ru-RU" dirty="0"/>
              <a:t>, например — </a:t>
            </a:r>
            <a:r>
              <a:rPr lang="ru-RU" dirty="0" err="1"/>
              <a:t>Photoshop</a:t>
            </a:r>
            <a:r>
              <a:rPr lang="ru-RU" dirty="0"/>
              <a:t> и </a:t>
            </a:r>
            <a:r>
              <a:rPr lang="ru-RU" dirty="0" err="1"/>
              <a:t>InDesign</a:t>
            </a:r>
            <a:r>
              <a:rPr lang="ru-RU" dirty="0"/>
              <a:t>. </a:t>
            </a:r>
            <a:endParaRPr lang="ru-RU" dirty="0" smtClean="0"/>
          </a:p>
          <a:p>
            <a:r>
              <a:rPr lang="ru-RU" b="1" dirty="0" err="1" smtClean="0"/>
              <a:t>CorelDRAW</a:t>
            </a:r>
            <a:r>
              <a:rPr lang="ru-RU" dirty="0"/>
              <a:t>. Многофункциональный графический пакет, особенно популярный среди дизайнеров печатной продукции и рекламы. Программа предлагает функции, такие как </a:t>
            </a:r>
            <a:r>
              <a:rPr lang="ru-RU" dirty="0" err="1"/>
              <a:t>LiveSketch</a:t>
            </a:r>
            <a:r>
              <a:rPr lang="ru-RU" dirty="0"/>
              <a:t> (рисование от руки с автоматической векторизацией) и </a:t>
            </a:r>
            <a:r>
              <a:rPr lang="ru-RU" dirty="0" err="1"/>
              <a:t>PowerTrace</a:t>
            </a:r>
            <a:r>
              <a:rPr lang="ru-RU" dirty="0"/>
              <a:t> (преобразование растровых изображений в векторные). </a:t>
            </a:r>
            <a:endParaRPr lang="ru-RU" dirty="0" smtClean="0"/>
          </a:p>
          <a:p>
            <a:r>
              <a:rPr lang="ru-RU" b="1" dirty="0" err="1" smtClean="0"/>
              <a:t>Affinity</a:t>
            </a:r>
            <a:r>
              <a:rPr lang="ru-RU" b="1" dirty="0" smtClean="0"/>
              <a:t> </a:t>
            </a:r>
            <a:r>
              <a:rPr lang="ru-RU" b="1" dirty="0" err="1"/>
              <a:t>Designer</a:t>
            </a:r>
            <a:r>
              <a:rPr lang="ru-RU" dirty="0"/>
              <a:t>. Программа поддерживает работу с векторными и растровыми элементами — можно переключаться между режимами. Есть работа с текстом (настройка шрифтов, интервалов, выравнивания), градиенты, прозрачность и эффекты. </a:t>
            </a:r>
            <a:endParaRPr lang="ru-RU" dirty="0" smtClean="0"/>
          </a:p>
          <a:p>
            <a:r>
              <a:rPr lang="ru-RU" b="1" dirty="0" err="1" smtClean="0"/>
              <a:t>Sketch</a:t>
            </a:r>
            <a:r>
              <a:rPr lang="ru-RU" dirty="0"/>
              <a:t> — специализированная программа для дизайна интерфейсов, ориентированная на </a:t>
            </a:r>
            <a:r>
              <a:rPr lang="ru-RU" dirty="0" err="1"/>
              <a:t>macOS</a:t>
            </a:r>
            <a:r>
              <a:rPr lang="ru-RU" dirty="0"/>
              <a:t>. Преимущества: оптимизация для UI/UX-дизайна, быстрота работы, обширная библиотека плагинов. Недостатки: доступен только для </a:t>
            </a:r>
            <a:r>
              <a:rPr lang="ru-RU" dirty="0" err="1"/>
              <a:t>Mac</a:t>
            </a:r>
            <a:r>
              <a:rPr lang="ru-RU" dirty="0"/>
              <a:t>, ограниченные возможности для сложной иллюстрации. </a:t>
            </a:r>
            <a:r>
              <a:rPr lang="ru-RU" dirty="0">
                <a:hlinkClick r:id="rId2"/>
              </a:rPr>
              <a:t/>
            </a:r>
            <a:br>
              <a:rPr lang="ru-RU" dirty="0">
                <a:hlinkClick r:id="rId2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0450851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6</TotalTime>
  <Words>121</Words>
  <Application>Microsoft Office PowerPoint</Application>
  <PresentationFormat>Широкоэкранный</PresentationFormat>
  <Paragraphs>14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Corbel</vt:lpstr>
      <vt:lpstr>Базис</vt:lpstr>
      <vt:lpstr>Редактор векторной графики</vt:lpstr>
      <vt:lpstr>Некоторые бесплатные программы для работы с векторной графикой:</vt:lpstr>
      <vt:lpstr>Некоторые платные программы для работы с векторной графикой: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Редактор векторной графики</dc:title>
  <dc:creator>9231 kopr</dc:creator>
  <cp:lastModifiedBy>9231 kopr</cp:lastModifiedBy>
  <cp:revision>1</cp:revision>
  <dcterms:created xsi:type="dcterms:W3CDTF">2026-05-06T03:23:49Z</dcterms:created>
  <dcterms:modified xsi:type="dcterms:W3CDTF">2026-05-06T03:30:24Z</dcterms:modified>
</cp:coreProperties>
</file>