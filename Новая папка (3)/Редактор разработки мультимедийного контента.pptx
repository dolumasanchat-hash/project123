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1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92DE-F116-40A6-8D23-7CD12C95AF1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F75AFECD-0875-4CA2-98B7-BCD055117E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6411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92DE-F116-40A6-8D23-7CD12C95AF1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FECD-0875-4CA2-98B7-BCD055117E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659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92DE-F116-40A6-8D23-7CD12C95AF1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F75AFECD-0875-4CA2-98B7-BCD055117E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908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92DE-F116-40A6-8D23-7CD12C95AF1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FECD-0875-4CA2-98B7-BCD055117E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3007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92DE-F116-40A6-8D23-7CD12C95AF1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FECD-0875-4CA2-98B7-BCD055117E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271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92DE-F116-40A6-8D23-7CD12C95AF1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FECD-0875-4CA2-98B7-BCD055117E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5900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92DE-F116-40A6-8D23-7CD12C95AF1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FECD-0875-4CA2-98B7-BCD055117E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720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92DE-F116-40A6-8D23-7CD12C95AF1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FECD-0875-4CA2-98B7-BCD055117E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28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92DE-F116-40A6-8D23-7CD12C95AF1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FECD-0875-4CA2-98B7-BCD055117E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684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92DE-F116-40A6-8D23-7CD12C95AF1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F75AFECD-0875-4CA2-98B7-BCD055117E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88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92DE-F116-40A6-8D23-7CD12C95AF1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F75AFECD-0875-4CA2-98B7-BCD055117E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469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92DE-F116-40A6-8D23-7CD12C95AF1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75AFECD-0875-4CA2-98B7-BCD055117E6C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0408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92DE-F116-40A6-8D23-7CD12C95AF1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75AFECD-0875-4CA2-98B7-BCD055117E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2361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92DE-F116-40A6-8D23-7CD12C95AF1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FECD-0875-4CA2-98B7-BCD055117E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523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92DE-F116-40A6-8D23-7CD12C95AF1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FECD-0875-4CA2-98B7-BCD055117E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3228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92DE-F116-40A6-8D23-7CD12C95AF1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AFECD-0875-4CA2-98B7-BCD055117E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638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2C6992DE-F116-40A6-8D23-7CD12C95AF1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F75AFECD-0875-4CA2-98B7-BCD055117E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3561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992DE-F116-40A6-8D23-7CD12C95AF1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AFECD-0875-4CA2-98B7-BCD055117E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7779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79654" y="1661020"/>
            <a:ext cx="8144134" cy="2504482"/>
          </a:xfrm>
        </p:spPr>
        <p:txBody>
          <a:bodyPr/>
          <a:lstStyle/>
          <a:p>
            <a:r>
              <a:rPr lang="ru-RU" dirty="0" smtClean="0"/>
              <a:t>Редактор разработки мультимедийного контента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2359099"/>
          </a:xfrm>
        </p:spPr>
        <p:txBody>
          <a:bodyPr/>
          <a:lstStyle/>
          <a:p>
            <a:r>
              <a:rPr lang="ru-RU" dirty="0"/>
              <a:t>Редактор разработки мультимедийного контента — это программное обеспечение, которое позволяет создавать, редактировать и комбинировать различные виды </a:t>
            </a:r>
            <a:r>
              <a:rPr lang="ru-RU" dirty="0" err="1"/>
              <a:t>медиаконтента</a:t>
            </a:r>
            <a:r>
              <a:rPr lang="ru-RU" dirty="0"/>
              <a:t>: видео, аудио, графику, анимацию и другие форматы. Такие инструменты подходят для профессионалов, дизайнеров, маркетологов, образовательных учреждений и всех, кто работает с мультимедийным контентом.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6552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Некоторые типы редакторов мультимедийного контента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b="1" dirty="0" err="1"/>
              <a:t>Видеоредакторы</a:t>
            </a:r>
            <a:r>
              <a:rPr lang="ru-RU" b="1" dirty="0"/>
              <a:t>.</a:t>
            </a:r>
            <a:r>
              <a:rPr lang="ru-RU" dirty="0"/>
              <a:t> Позволяют монтировать видео, добавлять эффекты, переходы, работать с аудиодорожками. Примеры: </a:t>
            </a:r>
          </a:p>
          <a:p>
            <a:pPr lvl="1"/>
            <a:r>
              <a:rPr lang="ru-RU" b="1" dirty="0" err="1"/>
              <a:t>DaVinci</a:t>
            </a:r>
            <a:r>
              <a:rPr lang="ru-RU" b="1" dirty="0"/>
              <a:t> </a:t>
            </a:r>
            <a:r>
              <a:rPr lang="ru-RU" b="1" dirty="0" err="1"/>
              <a:t>Resolve</a:t>
            </a:r>
            <a:r>
              <a:rPr lang="ru-RU" dirty="0"/>
              <a:t> — профессиональное ПО для редактирования видео, </a:t>
            </a:r>
            <a:r>
              <a:rPr lang="ru-RU" dirty="0" err="1"/>
              <a:t>цветокоррекции</a:t>
            </a:r>
            <a:r>
              <a:rPr lang="ru-RU" dirty="0"/>
              <a:t>, работы с визуальными эффектами и аудио. </a:t>
            </a:r>
            <a:endParaRPr lang="ru-RU" dirty="0" smtClean="0"/>
          </a:p>
          <a:p>
            <a:pPr lvl="1"/>
            <a:r>
              <a:rPr lang="ru-RU" b="1" dirty="0" err="1" smtClean="0"/>
              <a:t>Adobe</a:t>
            </a:r>
            <a:r>
              <a:rPr lang="ru-RU" b="1" dirty="0" smtClean="0"/>
              <a:t> </a:t>
            </a:r>
            <a:r>
              <a:rPr lang="ru-RU" b="1" dirty="0" err="1"/>
              <a:t>Premiere</a:t>
            </a:r>
            <a:r>
              <a:rPr lang="ru-RU" b="1" dirty="0"/>
              <a:t> </a:t>
            </a:r>
            <a:r>
              <a:rPr lang="ru-RU" b="1" dirty="0" err="1"/>
              <a:t>Pro</a:t>
            </a:r>
            <a:r>
              <a:rPr lang="ru-RU" dirty="0"/>
              <a:t> — стандарт для нелинейного видеомонтажа, поддерживает все распространённые форматы, включает инструменты </a:t>
            </a:r>
            <a:r>
              <a:rPr lang="ru-RU" dirty="0" err="1"/>
              <a:t>цветокоррекции</a:t>
            </a:r>
            <a:r>
              <a:rPr lang="ru-RU" dirty="0"/>
              <a:t>. </a:t>
            </a:r>
            <a:endParaRPr lang="ru-RU" dirty="0" smtClean="0"/>
          </a:p>
          <a:p>
            <a:pPr lvl="1"/>
            <a:r>
              <a:rPr lang="ru-RU" b="1" dirty="0" err="1" smtClean="0"/>
              <a:t>Wondershare</a:t>
            </a:r>
            <a:r>
              <a:rPr lang="ru-RU" b="1" dirty="0" smtClean="0"/>
              <a:t> </a:t>
            </a:r>
            <a:r>
              <a:rPr lang="ru-RU" b="1" dirty="0" err="1"/>
              <a:t>Filmora</a:t>
            </a:r>
            <a:r>
              <a:rPr lang="ru-RU" dirty="0"/>
              <a:t> — </a:t>
            </a:r>
            <a:r>
              <a:rPr lang="ru-RU" dirty="0" err="1"/>
              <a:t>видеоредактор</a:t>
            </a:r>
            <a:r>
              <a:rPr lang="ru-RU" dirty="0"/>
              <a:t> с расширенными возможностями для добавления эффектов, титров, переходов. </a:t>
            </a:r>
            <a:endParaRPr lang="ru-RU" dirty="0" smtClean="0"/>
          </a:p>
          <a:p>
            <a:pPr lvl="1"/>
            <a:r>
              <a:rPr lang="ru-RU" b="1" dirty="0" smtClean="0"/>
              <a:t>VSDC </a:t>
            </a:r>
            <a:r>
              <a:rPr lang="ru-RU" b="1" dirty="0" err="1"/>
              <a:t>Video</a:t>
            </a:r>
            <a:r>
              <a:rPr lang="ru-RU" b="1" dirty="0"/>
              <a:t> </a:t>
            </a:r>
            <a:r>
              <a:rPr lang="ru-RU" b="1" dirty="0" err="1"/>
              <a:t>Editor</a:t>
            </a:r>
            <a:r>
              <a:rPr lang="ru-RU" dirty="0"/>
              <a:t> — нелинейный </a:t>
            </a:r>
            <a:r>
              <a:rPr lang="ru-RU" dirty="0" err="1"/>
              <a:t>видеоредактор</a:t>
            </a:r>
            <a:r>
              <a:rPr lang="ru-RU" dirty="0"/>
              <a:t> с возможностью добавления эффектов и работы с аудиодорожками. </a:t>
            </a:r>
            <a:endParaRPr lang="ru-RU" dirty="0" smtClean="0"/>
          </a:p>
          <a:p>
            <a:pPr lvl="1"/>
            <a:r>
              <a:rPr lang="ru-RU" b="1" dirty="0" smtClean="0"/>
              <a:t>Графические </a:t>
            </a:r>
            <a:r>
              <a:rPr lang="ru-RU" b="1" dirty="0"/>
              <a:t>редакторы.</a:t>
            </a:r>
            <a:r>
              <a:rPr lang="ru-RU" dirty="0"/>
              <a:t> Используются для работы с изображениями, ретуши, </a:t>
            </a:r>
            <a:r>
              <a:rPr lang="ru-RU" dirty="0" err="1"/>
              <a:t>цветокоррекции</a:t>
            </a:r>
            <a:r>
              <a:rPr lang="ru-RU" dirty="0"/>
              <a:t>, создания коллажей и других задач. Например: </a:t>
            </a:r>
          </a:p>
          <a:p>
            <a:pPr lvl="1"/>
            <a:r>
              <a:rPr lang="ru-RU" b="1" dirty="0" err="1"/>
              <a:t>ФотоМАСТЕР</a:t>
            </a:r>
            <a:r>
              <a:rPr lang="ru-RU" dirty="0"/>
              <a:t> — графический редактор для обработки фотографий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pPr lvl="1"/>
            <a:r>
              <a:rPr lang="ru-RU" b="1" dirty="0" err="1"/>
              <a:t>AliveColors</a:t>
            </a:r>
            <a:r>
              <a:rPr lang="ru-RU" dirty="0"/>
              <a:t> — многофункциональный графический редактор для создания и редактирования изображений. </a:t>
            </a:r>
            <a:endParaRPr lang="ru-RU" dirty="0" smtClean="0"/>
          </a:p>
          <a:p>
            <a:pPr lvl="1"/>
            <a:r>
              <a:rPr lang="ru-RU" b="1" dirty="0" smtClean="0"/>
              <a:t>Онлайн-редакторы</a:t>
            </a:r>
            <a:r>
              <a:rPr lang="ru-RU" b="1" dirty="0"/>
              <a:t>.</a:t>
            </a:r>
            <a:r>
              <a:rPr lang="ru-RU" dirty="0"/>
              <a:t> Позволяют работать с контентом через браузер, часто с использованием шаблонов и ИИ-инструментов. Например: </a:t>
            </a:r>
          </a:p>
          <a:p>
            <a:pPr lvl="1"/>
            <a:r>
              <a:rPr lang="ru-RU" b="1" dirty="0" err="1"/>
              <a:t>Kapwing</a:t>
            </a:r>
            <a:r>
              <a:rPr lang="ru-RU" dirty="0"/>
              <a:t> — </a:t>
            </a:r>
            <a:r>
              <a:rPr lang="ru-RU" dirty="0" err="1"/>
              <a:t>браузерный</a:t>
            </a:r>
            <a:r>
              <a:rPr lang="ru-RU" dirty="0"/>
              <a:t> </a:t>
            </a:r>
            <a:r>
              <a:rPr lang="ru-RU" dirty="0" err="1"/>
              <a:t>видеоредактор</a:t>
            </a:r>
            <a:r>
              <a:rPr lang="ru-RU" dirty="0"/>
              <a:t> с возможностью создания и совместного редактирования контента. </a:t>
            </a:r>
            <a:endParaRPr lang="ru-RU" dirty="0" smtClean="0"/>
          </a:p>
          <a:p>
            <a:pPr lvl="1"/>
            <a:r>
              <a:rPr lang="ru-RU" b="1" dirty="0" err="1" smtClean="0"/>
              <a:t>Renderforest</a:t>
            </a:r>
            <a:r>
              <a:rPr lang="ru-RU" dirty="0"/>
              <a:t> — облачный инструмент для создания анимации и видео с использованием ИИ. </a:t>
            </a:r>
            <a:endParaRPr lang="ru-RU" dirty="0" smtClean="0"/>
          </a:p>
          <a:p>
            <a:pPr lvl="1"/>
            <a:r>
              <a:rPr lang="ru-RU" b="1" dirty="0" smtClean="0"/>
              <a:t>Инструменты </a:t>
            </a:r>
            <a:r>
              <a:rPr lang="ru-RU" b="1" dirty="0"/>
              <a:t>для создания презентаций и </a:t>
            </a:r>
            <a:r>
              <a:rPr lang="ru-RU" b="1" dirty="0" err="1"/>
              <a:t>инфографики</a:t>
            </a:r>
            <a:r>
              <a:rPr lang="ru-RU" b="1" dirty="0"/>
              <a:t>.</a:t>
            </a:r>
            <a:r>
              <a:rPr lang="ru-RU" dirty="0"/>
              <a:t> Например, </a:t>
            </a:r>
            <a:r>
              <a:rPr lang="ru-RU" b="1" dirty="0" err="1"/>
              <a:t>Canva</a:t>
            </a:r>
            <a:r>
              <a:rPr lang="ru-RU" dirty="0"/>
              <a:t> — онлайн-платформа с шаблонами для создания визуального контента, презентаций, материалов для </a:t>
            </a:r>
            <a:r>
              <a:rPr lang="ru-RU" dirty="0" err="1"/>
              <a:t>соцсетей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1471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Дополнительные возможности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Интеграция с другими программами.</a:t>
            </a:r>
            <a:r>
              <a:rPr lang="ru-RU" dirty="0"/>
              <a:t> Некоторые редакторы позволяют работать с другими инструментами (например, </a:t>
            </a:r>
            <a:r>
              <a:rPr lang="ru-RU" dirty="0" err="1"/>
              <a:t>Adobe</a:t>
            </a:r>
            <a:r>
              <a:rPr lang="ru-RU" dirty="0"/>
              <a:t> </a:t>
            </a:r>
            <a:r>
              <a:rPr lang="ru-RU" dirty="0" err="1"/>
              <a:t>Creative</a:t>
            </a:r>
            <a:r>
              <a:rPr lang="ru-RU" dirty="0"/>
              <a:t> </a:t>
            </a:r>
            <a:r>
              <a:rPr lang="ru-RU" dirty="0" err="1"/>
              <a:t>Cloud</a:t>
            </a:r>
            <a:r>
              <a:rPr lang="ru-RU" dirty="0"/>
              <a:t> объединяет несколько программ для дизайна, видеомонтажа и других задач). </a:t>
            </a:r>
            <a:r>
              <a:rPr lang="ru-RU" b="1" dirty="0" smtClean="0"/>
              <a:t>Совместная </a:t>
            </a:r>
            <a:r>
              <a:rPr lang="ru-RU" b="1" dirty="0"/>
              <a:t>работа.</a:t>
            </a:r>
            <a:r>
              <a:rPr lang="ru-RU" dirty="0"/>
              <a:t> Онлайн-сервисы часто поддерживают совместную работу нескольких пользователей. </a:t>
            </a:r>
          </a:p>
          <a:p>
            <a:r>
              <a:rPr lang="ru-RU" b="1" dirty="0"/>
              <a:t>Использование ИИ.</a:t>
            </a:r>
            <a:r>
              <a:rPr lang="ru-RU" dirty="0"/>
              <a:t> </a:t>
            </a:r>
            <a:r>
              <a:rPr lang="ru-RU" dirty="0" err="1"/>
              <a:t>Нейросети</a:t>
            </a:r>
            <a:r>
              <a:rPr lang="ru-RU" dirty="0"/>
              <a:t> могут автоматизировать некоторые задачи: генерировать контент, улучшать изображения, создавать видео на основе текстовых промптов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8471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Критерии выбора редактора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Платформа (</a:t>
            </a:r>
            <a:r>
              <a:rPr lang="ru-RU" dirty="0" err="1"/>
              <a:t>Windows</a:t>
            </a:r>
            <a:r>
              <a:rPr lang="ru-RU" dirty="0"/>
              <a:t>, </a:t>
            </a:r>
            <a:r>
              <a:rPr lang="ru-RU" dirty="0" err="1"/>
              <a:t>macOS</a:t>
            </a:r>
            <a:r>
              <a:rPr lang="ru-RU" dirty="0"/>
              <a:t>, веб, мобильные устройства).</a:t>
            </a:r>
          </a:p>
          <a:p>
            <a:r>
              <a:rPr lang="ru-RU" dirty="0"/>
              <a:t>Стоимость (бесплатно/платно).</a:t>
            </a:r>
          </a:p>
          <a:p>
            <a:r>
              <a:rPr lang="ru-RU" dirty="0"/>
              <a:t>Функционал (шаблоны, анимация, графика, совместная работа).</a:t>
            </a:r>
          </a:p>
          <a:p>
            <a:r>
              <a:rPr lang="ru-RU" dirty="0"/>
              <a:t>Простота освоения.</a:t>
            </a:r>
          </a:p>
          <a:p>
            <a:r>
              <a:rPr lang="ru-RU" dirty="0"/>
              <a:t>Совместимость форматов.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3295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Microsoft PowerPoint</a:t>
            </a:r>
            <a:br>
              <a:rPr lang="en-US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Платформа:</a:t>
            </a:r>
            <a:r>
              <a:rPr lang="ru-RU" dirty="0"/>
              <a:t> </a:t>
            </a:r>
            <a:r>
              <a:rPr lang="ru-RU" dirty="0" err="1"/>
              <a:t>Windows</a:t>
            </a:r>
            <a:r>
              <a:rPr lang="ru-RU" dirty="0"/>
              <a:t>, </a:t>
            </a:r>
            <a:r>
              <a:rPr lang="ru-RU" dirty="0" err="1"/>
              <a:t>macOS</a:t>
            </a:r>
            <a:r>
              <a:rPr lang="ru-RU" dirty="0"/>
              <a:t>, веб, мобильные.</a:t>
            </a:r>
          </a:p>
          <a:p>
            <a:r>
              <a:rPr lang="ru-RU" b="1" dirty="0"/>
              <a:t>Стоимость:</a:t>
            </a:r>
            <a:r>
              <a:rPr lang="ru-RU" dirty="0"/>
              <a:t> подписка </a:t>
            </a:r>
            <a:r>
              <a:rPr lang="ru-RU" dirty="0" err="1"/>
              <a:t>Microsoft</a:t>
            </a:r>
            <a:r>
              <a:rPr lang="ru-RU" dirty="0"/>
              <a:t> 365 или разовая покупка.</a:t>
            </a:r>
          </a:p>
          <a:p>
            <a:r>
              <a:rPr lang="ru-RU" b="1" dirty="0"/>
              <a:t>Плюсы:</a:t>
            </a:r>
            <a:r>
              <a:rPr lang="ru-RU" dirty="0"/>
              <a:t> богатая библиотека шаблонов, анимация, интеграция с </a:t>
            </a:r>
            <a:r>
              <a:rPr lang="ru-RU" dirty="0" err="1"/>
              <a:t>Office</a:t>
            </a:r>
            <a:r>
              <a:rPr lang="ru-RU" dirty="0"/>
              <a:t>, режим докладчика.</a:t>
            </a:r>
          </a:p>
          <a:p>
            <a:r>
              <a:rPr lang="ru-RU" b="1" dirty="0"/>
              <a:t>Форматы</a:t>
            </a:r>
            <a:r>
              <a:rPr lang="ru-RU" b="1" dirty="0" smtClean="0"/>
              <a:t>:</a:t>
            </a:r>
            <a:r>
              <a:rPr lang="ru-RU" dirty="0" smtClean="0"/>
              <a:t> .</a:t>
            </a:r>
            <a:r>
              <a:rPr lang="en-US" dirty="0" err="1" smtClean="0"/>
              <a:t>ppt</a:t>
            </a:r>
            <a:r>
              <a:rPr lang="en-US" dirty="0" smtClean="0"/>
              <a:t>, .</a:t>
            </a:r>
            <a:r>
              <a:rPr lang="en-US" dirty="0" err="1" smtClean="0"/>
              <a:t>pptx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ru-RU" dirty="0"/>
              <a:t>«</a:t>
            </a:r>
            <a:r>
              <a:rPr lang="ru-RU" dirty="0" err="1"/>
              <a:t>PowerPoint</a:t>
            </a:r>
            <a:r>
              <a:rPr lang="ru-RU" dirty="0"/>
              <a:t> — стандарт для деловых презентаций: он поддерживает все типы мультимедиа и удобен для командной работы».</a:t>
            </a:r>
          </a:p>
        </p:txBody>
      </p:sp>
    </p:spTree>
    <p:extLst>
      <p:ext uri="{BB962C8B-B14F-4D97-AF65-F5344CB8AC3E}">
        <p14:creationId xmlns:p14="http://schemas.microsoft.com/office/powerpoint/2010/main" val="4262420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Apple Keynote</a:t>
            </a:r>
            <a:br>
              <a:rPr lang="en-US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Платформа:</a:t>
            </a:r>
            <a:r>
              <a:rPr lang="ru-RU" dirty="0"/>
              <a:t> </a:t>
            </a:r>
            <a:r>
              <a:rPr lang="ru-RU" dirty="0" err="1"/>
              <a:t>macOS</a:t>
            </a:r>
            <a:r>
              <a:rPr lang="ru-RU" dirty="0"/>
              <a:t>, </a:t>
            </a:r>
            <a:r>
              <a:rPr lang="ru-RU" dirty="0" err="1"/>
              <a:t>iOS</a:t>
            </a:r>
            <a:r>
              <a:rPr lang="ru-RU" dirty="0"/>
              <a:t>, веб (</a:t>
            </a:r>
            <a:r>
              <a:rPr lang="ru-RU" dirty="0" err="1"/>
              <a:t>iCloud</a:t>
            </a:r>
            <a:r>
              <a:rPr lang="ru-RU" dirty="0"/>
              <a:t>).</a:t>
            </a:r>
          </a:p>
          <a:p>
            <a:r>
              <a:rPr lang="ru-RU" b="1" dirty="0"/>
              <a:t>Стоимость:</a:t>
            </a:r>
            <a:r>
              <a:rPr lang="ru-RU" dirty="0"/>
              <a:t> бесплатно для устройств </a:t>
            </a:r>
            <a:r>
              <a:rPr lang="ru-RU" dirty="0" err="1"/>
              <a:t>Apple</a:t>
            </a:r>
            <a:r>
              <a:rPr lang="ru-RU" dirty="0"/>
              <a:t>.</a:t>
            </a:r>
          </a:p>
          <a:p>
            <a:r>
              <a:rPr lang="ru-RU" b="1" dirty="0"/>
              <a:t>Плюсы:</a:t>
            </a:r>
            <a:r>
              <a:rPr lang="ru-RU" dirty="0"/>
              <a:t> стильные анимации, 3D‑переходы, синхронизация в экосистеме </a:t>
            </a:r>
            <a:r>
              <a:rPr lang="ru-RU" dirty="0" err="1"/>
              <a:t>Apple</a:t>
            </a:r>
            <a:r>
              <a:rPr lang="ru-RU" dirty="0"/>
              <a:t>.</a:t>
            </a:r>
          </a:p>
          <a:p>
            <a:r>
              <a:rPr lang="ru-RU" b="1" dirty="0"/>
              <a:t>Оптимально:</a:t>
            </a:r>
            <a:r>
              <a:rPr lang="ru-RU" dirty="0"/>
              <a:t> креативные проекты, маркетинг.</a:t>
            </a:r>
          </a:p>
          <a:p>
            <a:r>
              <a:rPr lang="ru-RU" dirty="0"/>
              <a:t> «</a:t>
            </a:r>
            <a:r>
              <a:rPr lang="ru-RU" dirty="0" err="1"/>
              <a:t>Keynote</a:t>
            </a:r>
            <a:r>
              <a:rPr lang="ru-RU" dirty="0"/>
              <a:t> выбирают за визуальную привлекательность — он идеально подходит для презентаций с акцентом на дизайн».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6591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Google Slides</a:t>
            </a:r>
            <a:br>
              <a:rPr lang="en-US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Платформа:</a:t>
            </a:r>
            <a:r>
              <a:rPr lang="ru-RU" dirty="0"/>
              <a:t> веб, </a:t>
            </a:r>
            <a:r>
              <a:rPr lang="ru-RU" dirty="0" err="1"/>
              <a:t>Android</a:t>
            </a:r>
            <a:r>
              <a:rPr lang="ru-RU" dirty="0"/>
              <a:t>, </a:t>
            </a:r>
            <a:r>
              <a:rPr lang="ru-RU" dirty="0" err="1"/>
              <a:t>iOS</a:t>
            </a:r>
            <a:r>
              <a:rPr lang="ru-RU" dirty="0"/>
              <a:t>.</a:t>
            </a:r>
          </a:p>
          <a:p>
            <a:r>
              <a:rPr lang="ru-RU" b="1" dirty="0"/>
              <a:t>Стоимость:</a:t>
            </a:r>
            <a:r>
              <a:rPr lang="ru-RU" dirty="0"/>
              <a:t> бесплатно (аккаунт </a:t>
            </a:r>
            <a:r>
              <a:rPr lang="ru-RU" dirty="0" err="1"/>
              <a:t>Google</a:t>
            </a:r>
            <a:r>
              <a:rPr lang="ru-RU" dirty="0"/>
              <a:t>).</a:t>
            </a:r>
          </a:p>
          <a:p>
            <a:r>
              <a:rPr lang="ru-RU" b="1" dirty="0"/>
              <a:t>Плюсы:</a:t>
            </a:r>
            <a:r>
              <a:rPr lang="ru-RU" dirty="0"/>
              <a:t> облачная работа, совместное редактирование в реальном времени, история изменений.</a:t>
            </a:r>
          </a:p>
          <a:p>
            <a:r>
              <a:rPr lang="ru-RU" b="1" dirty="0"/>
              <a:t>Интеграция:</a:t>
            </a:r>
            <a:r>
              <a:rPr lang="ru-RU" dirty="0"/>
              <a:t> </a:t>
            </a:r>
            <a:r>
              <a:rPr lang="ru-RU" dirty="0" err="1"/>
              <a:t>Google</a:t>
            </a:r>
            <a:r>
              <a:rPr lang="ru-RU" dirty="0"/>
              <a:t> Диск, Таблицы, Документы.</a:t>
            </a:r>
          </a:p>
          <a:p>
            <a:r>
              <a:rPr lang="ru-RU" dirty="0"/>
              <a:t>«</a:t>
            </a:r>
            <a:r>
              <a:rPr lang="ru-RU" dirty="0" err="1"/>
              <a:t>Google</a:t>
            </a:r>
            <a:r>
              <a:rPr lang="ru-RU" dirty="0"/>
              <a:t> </a:t>
            </a:r>
            <a:r>
              <a:rPr lang="ru-RU" dirty="0" err="1"/>
              <a:t>Slides</a:t>
            </a:r>
            <a:r>
              <a:rPr lang="ru-RU" dirty="0"/>
              <a:t> незаменим для удалённой команды: правки видны сразу, а доступ есть с любого устройства».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0456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Мультимедийные редакторы упрощают создание наглядных презентаций.</a:t>
            </a:r>
          </a:p>
          <a:p>
            <a:r>
              <a:rPr lang="ru-RU" dirty="0"/>
              <a:t>Выбор инструмента зависит от целей, платформы и бюджета.</a:t>
            </a:r>
          </a:p>
          <a:p>
            <a:r>
              <a:rPr lang="ru-RU" dirty="0"/>
              <a:t>Современные решения предлагают облачную работу и совместную редакцию.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1441360"/>
      </p:ext>
    </p:extLst>
  </p:cSld>
  <p:clrMapOvr>
    <a:masterClrMapping/>
  </p:clrMapOvr>
</p:sld>
</file>

<file path=ppt/theme/theme1.xml><?xml version="1.0" encoding="utf-8"?>
<a:theme xmlns:a="http://schemas.openxmlformats.org/drawingml/2006/main" name="Берлин">
  <a:themeElements>
    <a:clrScheme name="Берлин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Берлин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ерли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Берлин</Template>
  <TotalTime>15</TotalTime>
  <Words>35</Words>
  <Application>Microsoft Office PowerPoint</Application>
  <PresentationFormat>Широкоэкранный</PresentationFormat>
  <Paragraphs>48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Trebuchet MS</vt:lpstr>
      <vt:lpstr>Берлин</vt:lpstr>
      <vt:lpstr>Редактор разработки мультимедийного контента</vt:lpstr>
      <vt:lpstr>Некоторые типы редакторов мультимедийного контента </vt:lpstr>
      <vt:lpstr>Дополнительные возможности </vt:lpstr>
      <vt:lpstr>Критерии выбора редактора </vt:lpstr>
      <vt:lpstr>Microsoft PowerPoint </vt:lpstr>
      <vt:lpstr>Apple Keynote </vt:lpstr>
      <vt:lpstr>Google Slides </vt:lpstr>
      <vt:lpstr>Заключение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Редактор разработки мультимедийного контента</dc:title>
  <dc:creator>9231 kopr</dc:creator>
  <cp:lastModifiedBy>9231 kopr</cp:lastModifiedBy>
  <cp:revision>2</cp:revision>
  <dcterms:created xsi:type="dcterms:W3CDTF">2026-05-06T03:31:36Z</dcterms:created>
  <dcterms:modified xsi:type="dcterms:W3CDTF">2026-05-06T03:47:16Z</dcterms:modified>
</cp:coreProperties>
</file>