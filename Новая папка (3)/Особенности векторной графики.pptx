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27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42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46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90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29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76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41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712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65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09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76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7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974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3345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289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751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62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6CC0EEE-4827-4589-AB3E-C8EA7272D9B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9E42D99-9F97-4C60-BD69-10D5E642B9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88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36173" y="780176"/>
            <a:ext cx="8825658" cy="1908346"/>
          </a:xfrm>
        </p:spPr>
        <p:txBody>
          <a:bodyPr/>
          <a:lstStyle/>
          <a:p>
            <a:r>
              <a:rPr lang="ru-RU" dirty="0" smtClean="0"/>
              <a:t>Особенности векторной графики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36173" y="2805968"/>
            <a:ext cx="6520972" cy="348143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Что такое растровая и векторная графика и в чём их отличия</a:t>
            </a:r>
          </a:p>
          <a:p>
            <a:r>
              <a:rPr lang="ru-RU" dirty="0"/>
              <a:t>Растровое изображение — это сетка из фиксированного числа пикселей. Чем выше разрешение, тем больше деталей, но при увеличении за пределы исходного размера картинка теряет чёткость: пиксели становятся заметными, а изображение выглядит зернистым или размытым. Растровый формат подходит для всего, где важна точная передача цвета и света: фотографии, цифровые картины, скриншоты</a:t>
            </a:r>
            <a:r>
              <a:rPr lang="ru-RU" dirty="0" smtClean="0"/>
              <a:t>.</a:t>
            </a:r>
          </a:p>
          <a:p>
            <a:r>
              <a:rPr lang="ru-RU" dirty="0"/>
              <a:t>Векторные изображения строятся из математических объектов, таких как точки, линии, кривые и фигуры, описанные формулами. Благодаря этому его можно уменьшать до иконки или увеличивать до размера рекламного щита без потери качества. Такой подход чаще применяется для логотипов, иконок, схем, шрифтов и любой графики, где важна чёткость контуров.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79" y="3605169"/>
            <a:ext cx="3875713" cy="258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595618"/>
            <a:ext cx="8761413" cy="897622"/>
          </a:xfrm>
        </p:spPr>
        <p:txBody>
          <a:bodyPr/>
          <a:lstStyle/>
          <a:p>
            <a:r>
              <a:rPr lang="ru-RU" dirty="0"/>
              <a:t>Особенности растровой графики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614" y="2181138"/>
            <a:ext cx="7284370" cy="4618139"/>
          </a:xfrm>
        </p:spPr>
        <p:txBody>
          <a:bodyPr/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растровой </a:t>
            </a:r>
            <a:r>
              <a:rPr lang="ru-RU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детализация изображений. Файлы могут содержать миллионы цветов и оттенков, что позволяет точно передавать сложные визуальные сцены. Это идеально для работы с фотографиями и реалистичной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графикой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Широкая поддержка программ и устройств. Практически все графические редакторы, браузеры, смартфоны и принтеры умеют работать с растровыми форматами. Такие изображения легко просматривать, публиковать и печатать без дополнительных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Богатые возможности обработки. В растровых редакторах можно тонко корректировать цвет, свет, текстуры, добавлять спецэффекты и работать с каждым пикселем отдельно. Это даёт огромную свободу для художников, фотографов и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дизайнеров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передача реального мира. Фотографии, скриншоты, цифровые картины — всё это по своей природе растровые изображения. Они отражают действительность так, как её видит глаз или камера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прозрачности и слоёв. Форматы вроде PNG или PSD позволяют использовать прозрачный фон и многослойную структуру. Это особенно удобно при создании веб-элементов, коллажей или подготовке макетов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820" y="3452070"/>
            <a:ext cx="3875712" cy="334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620785"/>
            <a:ext cx="7502485" cy="1577131"/>
          </a:xfrm>
        </p:spPr>
        <p:txBody>
          <a:bodyPr/>
          <a:lstStyle/>
          <a:p>
            <a:r>
              <a:rPr lang="ru-RU" dirty="0"/>
              <a:t>Где используется растровая </a:t>
            </a:r>
            <a:r>
              <a:rPr lang="ru-RU" dirty="0" smtClean="0"/>
              <a:t>графика: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5967299" cy="3416300"/>
          </a:xfrm>
        </p:spPr>
        <p:txBody>
          <a:bodyPr/>
          <a:lstStyle/>
          <a:p>
            <a:r>
              <a:rPr lang="ru-RU" dirty="0"/>
              <a:t>Фотография и постобработка снимков</a:t>
            </a:r>
          </a:p>
          <a:p>
            <a:r>
              <a:rPr lang="ru-RU" dirty="0"/>
              <a:t>Баннеры, иконки с эффектами, фоны</a:t>
            </a:r>
          </a:p>
          <a:p>
            <a:r>
              <a:rPr lang="ru-RU" dirty="0"/>
              <a:t>Цифровая живопись и иллюстрации</a:t>
            </a:r>
          </a:p>
          <a:p>
            <a:r>
              <a:rPr lang="ru-RU" dirty="0"/>
              <a:t>Журналы, каталоги, рекламные буклеты</a:t>
            </a:r>
          </a:p>
          <a:p>
            <a:r>
              <a:rPr lang="ru-RU" dirty="0"/>
              <a:t>Скриншоты, </a:t>
            </a:r>
            <a:r>
              <a:rPr lang="ru-RU" dirty="0" err="1"/>
              <a:t>мемы</a:t>
            </a:r>
            <a:r>
              <a:rPr lang="ru-RU" dirty="0"/>
              <a:t>, социальные медиа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94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Форматы растровых изображений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JPEG — сжатие с потерями, подходит для фото и изображений с плавными переходами</a:t>
            </a:r>
          </a:p>
          <a:p>
            <a:r>
              <a:rPr lang="ru-RU" dirty="0"/>
              <a:t>PNG — сжатие без потерь, поддерживает прозрачность, идеален для веб-графики</a:t>
            </a:r>
          </a:p>
          <a:p>
            <a:r>
              <a:rPr lang="ru-RU" dirty="0"/>
              <a:t>GIF — ограниченная палитра, но поддерживает анимацию и прозрачность</a:t>
            </a:r>
          </a:p>
          <a:p>
            <a:r>
              <a:rPr lang="ru-RU" dirty="0"/>
              <a:t>TIFF — высокое качество без сжатия, используется в полиграфии и архивировании</a:t>
            </a:r>
          </a:p>
          <a:p>
            <a:r>
              <a:rPr lang="ru-RU" dirty="0"/>
              <a:t>PSD — многослойный формат </a:t>
            </a:r>
            <a:r>
              <a:rPr lang="ru-RU" dirty="0" err="1"/>
              <a:t>Adobe</a:t>
            </a:r>
            <a:r>
              <a:rPr lang="ru-RU" dirty="0"/>
              <a:t> </a:t>
            </a:r>
            <a:r>
              <a:rPr lang="ru-RU" dirty="0" err="1"/>
              <a:t>Photoshop</a:t>
            </a:r>
            <a:r>
              <a:rPr lang="ru-RU" dirty="0"/>
              <a:t> для профессионального редактирования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276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векторной графики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Преимущества векторной графики</a:t>
            </a:r>
          </a:p>
          <a:p>
            <a:r>
              <a:rPr lang="ru-RU" dirty="0"/>
              <a:t>Бесконечное масштабирование без потерь. Векторные изображения можно увеличивать до любого размера — от значка на смартфоне до рекламного щита, и они останутся чёткими. Это возможно благодаря математическому описанию форм, а не фиксированному набору пикселей</a:t>
            </a:r>
          </a:p>
          <a:p>
            <a:r>
              <a:rPr lang="ru-RU" dirty="0"/>
              <a:t>Небольшой размер файлов. Поскольку изображение хранится как набор формул, а не как миллионы точек, файлы получаются компактными даже при высокой сложности. Это упрощает хранение, передачу и загрузку, особенно в вебе</a:t>
            </a:r>
          </a:p>
          <a:p>
            <a:r>
              <a:rPr lang="ru-RU" dirty="0"/>
              <a:t>Лёгкость редактирования. Все элементы — линию, фигуру, цвет или шрифт — можно изменить в любой момент без перерисовки всего изображения. Это делает работу гибкой и удобной даже на поздних этапах проекта</a:t>
            </a:r>
          </a:p>
          <a:p>
            <a:r>
              <a:rPr lang="ru-RU" dirty="0"/>
              <a:t>Идеальная чёткость контуров. Все линии и края остаются гладкими на любом устройстве и в любой распечатке. Это особенно важно для логотипов, иконок и технических схем, где важна точность</a:t>
            </a:r>
          </a:p>
          <a:p>
            <a:r>
              <a:rPr lang="ru-RU" dirty="0"/>
              <a:t>Поддержка анимации и интерактивности. Векторная графика легко интегрируется в веб-технологии, что позволяет создавать адаптивные иллюстрации, интерактивные карты и анимации без потери качества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90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векторной графики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7725" y="2519610"/>
            <a:ext cx="6646807" cy="34163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Ограниченная передача реалистичных изображений. Векторная графика плохо подходит для фотографий, текстур, мягких теней и сложных цветовых переходов. Она работает с чёткими формами, а не с живыми визуальными эффектами</a:t>
            </a:r>
          </a:p>
          <a:p>
            <a:r>
              <a:rPr lang="ru-RU" dirty="0"/>
              <a:t>Зависимость от специализированного ПО. Для создания и редактирования файлов нужны профессиональные программы, например </a:t>
            </a:r>
            <a:r>
              <a:rPr lang="ru-RU" dirty="0" err="1"/>
              <a:t>Adobe</a:t>
            </a:r>
            <a:r>
              <a:rPr lang="ru-RU" dirty="0"/>
              <a:t> </a:t>
            </a:r>
            <a:r>
              <a:rPr lang="ru-RU" dirty="0" err="1"/>
              <a:t>Illustrator</a:t>
            </a:r>
            <a:r>
              <a:rPr lang="ru-RU" dirty="0"/>
              <a:t> или </a:t>
            </a:r>
            <a:r>
              <a:rPr lang="ru-RU" dirty="0" err="1"/>
              <a:t>CorelDRAW</a:t>
            </a:r>
            <a:r>
              <a:rPr lang="ru-RU" dirty="0"/>
              <a:t>. Обычные </a:t>
            </a:r>
            <a:r>
              <a:rPr lang="ru-RU" dirty="0" err="1"/>
              <a:t>просмотрщики</a:t>
            </a:r>
            <a:r>
              <a:rPr lang="ru-RU" dirty="0"/>
              <a:t> могут не открыть такие файлы без конвертации</a:t>
            </a:r>
          </a:p>
          <a:p>
            <a:r>
              <a:rPr lang="ru-RU" dirty="0"/>
              <a:t>Сложность при работе с детализированными сценами. Если попытаться воссоздать в векторе очень сложную иллюстрацию со множеством мелких элементов, файл может стать тяжёлым и неудобным в обработке. В таких случаях растровая графика оказывается практичнее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532" y="2712557"/>
            <a:ext cx="4462943" cy="389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55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используется векторная графика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Логотипы и фирменный стиль</a:t>
            </a:r>
          </a:p>
          <a:p>
            <a:r>
              <a:rPr lang="ru-RU" dirty="0"/>
              <a:t>Иконки и пользовательские интерфейсы (UI)</a:t>
            </a:r>
          </a:p>
          <a:p>
            <a:r>
              <a:rPr lang="ru-RU" dirty="0"/>
              <a:t>Технические чертежи и схемы</a:t>
            </a:r>
          </a:p>
          <a:p>
            <a:r>
              <a:rPr lang="ru-RU" dirty="0"/>
              <a:t>Рекламные баннеры и наружная печать</a:t>
            </a:r>
          </a:p>
          <a:p>
            <a:r>
              <a:rPr lang="ru-RU" dirty="0"/>
              <a:t>Шрифты и </a:t>
            </a:r>
            <a:r>
              <a:rPr lang="ru-RU" dirty="0" err="1"/>
              <a:t>типографика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Векторную графику выбирают там, где важны чёткость, гибкость и масштабируемость. Она не заменяет растровую, но идеально дополняет её в профессиональном визуальном контенте.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28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Форматы векторной графики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SVG — формат для веба, поддерживает анимацию и адаптируется под экраны любого размера</a:t>
            </a:r>
          </a:p>
          <a:p>
            <a:r>
              <a:rPr lang="ru-RU" dirty="0"/>
              <a:t>AI — </a:t>
            </a:r>
            <a:r>
              <a:rPr lang="ru-RU" dirty="0" err="1"/>
              <a:t>нативный</a:t>
            </a:r>
            <a:r>
              <a:rPr lang="ru-RU" dirty="0"/>
              <a:t> формат </a:t>
            </a:r>
            <a:r>
              <a:rPr lang="ru-RU" dirty="0" err="1"/>
              <a:t>Adobe</a:t>
            </a:r>
            <a:r>
              <a:rPr lang="ru-RU" dirty="0"/>
              <a:t> </a:t>
            </a:r>
            <a:r>
              <a:rPr lang="ru-RU" dirty="0" err="1"/>
              <a:t>Illustrator</a:t>
            </a:r>
            <a:r>
              <a:rPr lang="ru-RU" dirty="0"/>
              <a:t>, используется дизайнерами для создания и редактирования</a:t>
            </a:r>
          </a:p>
          <a:p>
            <a:r>
              <a:rPr lang="ru-RU" dirty="0"/>
              <a:t>EPS — универсальный формат, совместимый со многими программами, часто применяется в полиграфии</a:t>
            </a:r>
          </a:p>
          <a:p>
            <a:r>
              <a:rPr lang="ru-RU" dirty="0"/>
              <a:t>PDF — может содержать как векторную, так и растровую графику, удобен для обмена и печати</a:t>
            </a:r>
          </a:p>
          <a:p>
            <a:r>
              <a:rPr lang="ru-RU" dirty="0"/>
              <a:t>CDR — формат </a:t>
            </a:r>
            <a:r>
              <a:rPr lang="ru-RU" dirty="0" err="1"/>
              <a:t>CorelDRAW</a:t>
            </a:r>
            <a:r>
              <a:rPr lang="ru-RU" dirty="0"/>
              <a:t>, популярный среди дизайнеров, работающих в этой среде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498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</TotalTime>
  <Words>382</Words>
  <Application>Microsoft Office PowerPoint</Application>
  <PresentationFormat>Широкоэкранный</PresentationFormat>
  <Paragraphs>50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Совет директоров</vt:lpstr>
      <vt:lpstr>Особенности векторной графики</vt:lpstr>
      <vt:lpstr>Особенности растровой графики </vt:lpstr>
      <vt:lpstr>Где используется растровая графика: </vt:lpstr>
      <vt:lpstr>Форматы растровых изображений </vt:lpstr>
      <vt:lpstr>Особенности векторной графики </vt:lpstr>
      <vt:lpstr>Недостатки векторной графики </vt:lpstr>
      <vt:lpstr>Где используется векторная графика </vt:lpstr>
      <vt:lpstr>Форматы векторной графики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векторной графики</dc:title>
  <dc:creator>9231 kopr</dc:creator>
  <cp:lastModifiedBy>9231 kopr</cp:lastModifiedBy>
  <cp:revision>3</cp:revision>
  <dcterms:created xsi:type="dcterms:W3CDTF">2026-05-06T03:01:55Z</dcterms:created>
  <dcterms:modified xsi:type="dcterms:W3CDTF">2026-05-06T03:23:02Z</dcterms:modified>
</cp:coreProperties>
</file>