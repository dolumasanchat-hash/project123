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87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96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03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10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96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39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84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71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5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05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156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4307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880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1922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279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539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83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417735-80DE-419E-A249-4DCA2967D584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44B8B62-ABAA-4E20-8507-4F26EB3357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669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killfactory.ru/glossary/css/" TargetMode="External"/><Relationship Id="rId2" Type="http://schemas.openxmlformats.org/officeDocument/2006/relationships/hyperlink" Target="https://blog.skillfactory.ru/glossary/html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skillfactory.ru/glossary/javascript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tstrap-4.ru/docs/5.1/getting-started/introduction/" TargetMode="External"/><Relationship Id="rId2" Type="http://schemas.openxmlformats.org/officeDocument/2006/relationships/hyperlink" Target="https://bootstrap-5.ru/docs/5.1/example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7985" y="0"/>
            <a:ext cx="3703230" cy="1711354"/>
          </a:xfrm>
        </p:spPr>
        <p:txBody>
          <a:bodyPr>
            <a:normAutofit/>
          </a:bodyPr>
          <a:lstStyle/>
          <a:p>
            <a:r>
              <a:rPr lang="en-US" dirty="0"/>
              <a:t>Bootstrap</a:t>
            </a:r>
            <a:br>
              <a:rPr lang="en-US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302" y="1402670"/>
            <a:ext cx="6400800" cy="2875715"/>
          </a:xfrm>
        </p:spPr>
        <p:txBody>
          <a:bodyPr>
            <a:norm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открытый и бесплатный 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CSS-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JS-</a:t>
            </a:r>
            <a:r>
              <a:rPr lang="ru-RU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фреймворк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используют веб-разработчики для быстрой верстки адаптивных дизайнов сайтов и веб-приложений. Включает в себя CSS- и HTML-шаблоны оформления для веб-форм, меток,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типографики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кнопок, блоков навигации и других компонентов веб-интерфейса.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19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9024" y="369116"/>
            <a:ext cx="4080735" cy="144290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Из чего состоит </a:t>
            </a:r>
            <a:r>
              <a:rPr lang="en-US" b="1" dirty="0"/>
              <a:t>Bootstrap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9024" y="1692479"/>
            <a:ext cx="8534400" cy="36152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По </a:t>
            </a:r>
            <a:r>
              <a:rPr lang="ru-RU" dirty="0"/>
              <a:t>сути, </a:t>
            </a:r>
            <a:r>
              <a:rPr lang="ru-RU" dirty="0" err="1"/>
              <a:t>Bootstrap</a:t>
            </a:r>
            <a:r>
              <a:rPr lang="ru-RU" dirty="0"/>
              <a:t> — это набор файлов. После их подключения к странице для верстки станет доступно большое количество готовых компонентов и классов. Они позволяют быстро и качественно создавать адаптивный дизайн сайта.</a:t>
            </a:r>
          </a:p>
          <a:p>
            <a:pPr marL="0" indent="0">
              <a:buNone/>
            </a:pPr>
            <a:r>
              <a:rPr lang="ru-RU" dirty="0"/>
              <a:t>Классы в </a:t>
            </a:r>
            <a:r>
              <a:rPr lang="ru-RU" dirty="0" err="1"/>
              <a:t>Bootstrap</a:t>
            </a:r>
            <a:r>
              <a:rPr lang="ru-RU" dirty="0"/>
              <a:t> делятся на 3 большие группы:</a:t>
            </a:r>
          </a:p>
          <a:p>
            <a:r>
              <a:rPr lang="ru-RU" dirty="0"/>
              <a:t>для создания сетки — адаптивного макета страницы;</a:t>
            </a:r>
          </a:p>
          <a:p>
            <a:r>
              <a:rPr lang="ru-RU" dirty="0"/>
              <a:t>для стилизации контента — текста, изображений, кода, таблиц и прочей информации;</a:t>
            </a:r>
          </a:p>
          <a:p>
            <a:r>
              <a:rPr lang="ru-RU" dirty="0"/>
              <a:t>служебные — для решения популярных вспомогательных задач, таких как отображение и скрытие элементов, выравнивание текста на странице, настройка цвета фона, отступов и пр.</a:t>
            </a:r>
          </a:p>
          <a:p>
            <a:pPr marL="0" indent="0">
              <a:buNone/>
            </a:pPr>
            <a:r>
              <a:rPr lang="ru-RU" dirty="0"/>
              <a:t>Кроме классов, в </a:t>
            </a:r>
            <a:r>
              <a:rPr lang="ru-RU" dirty="0" err="1"/>
              <a:t>Bootstrap</a:t>
            </a:r>
            <a:r>
              <a:rPr lang="ru-RU" dirty="0"/>
              <a:t> есть компоненты (готовые объекты интерфейса). Это хлебные крошки (путь от начального элемента до уровня иерархии, который сейчас просматривает пользователь), кнопки, выпадающие списки и подсказки, модальные окна, формы, навигационные меню, всплывающие панели и пр.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973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43" y="207238"/>
            <a:ext cx="6387707" cy="95712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Особенности </a:t>
            </a:r>
            <a:r>
              <a:rPr lang="en-US" b="1" dirty="0"/>
              <a:t>Bootstrap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041" y="1406865"/>
            <a:ext cx="8451399" cy="52959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Снижение количества времени на разработку</a:t>
            </a:r>
          </a:p>
          <a:p>
            <a:pPr marL="0" indent="0">
              <a:buNone/>
            </a:pPr>
            <a:r>
              <a:rPr lang="ru-RU" dirty="0"/>
              <a:t>Фреймворк дает готовые решения, которые позволяют создавать макеты сайтов быстрее. Для быстрого запуска проектов есть множество </a:t>
            </a:r>
            <a:r>
              <a:rPr lang="ru-RU" u="sng" dirty="0">
                <a:hlinkClick r:id="rId2"/>
              </a:rPr>
              <a:t>примеров</a:t>
            </a:r>
            <a:r>
              <a:rPr lang="ru-RU" dirty="0"/>
              <a:t>. Для верстки любых прототипов (альбомов, слайдеров, панели входа и т. д.) потребуются файлы index.html, которые находятся в каждой папке с примерами, и соответствующий CSS-файл. Например, carousel.css или cover.css. Изменять код можно по своему усмотрению, внося правки в текстовом редакторе. </a:t>
            </a:r>
            <a:r>
              <a:rPr lang="ru-RU" dirty="0" err="1"/>
              <a:t>Bootstrap</a:t>
            </a:r>
            <a:r>
              <a:rPr lang="ru-RU" dirty="0"/>
              <a:t> позволяет скопировать код из примера и вставить его в свой проект, к которому подключен </a:t>
            </a:r>
            <a:r>
              <a:rPr lang="ru-RU" dirty="0" err="1"/>
              <a:t>фреймворк</a:t>
            </a:r>
            <a:r>
              <a:rPr lang="ru-RU" dirty="0" smtClean="0"/>
              <a:t>.</a:t>
            </a:r>
          </a:p>
          <a:p>
            <a:r>
              <a:rPr lang="ru-RU" b="1" dirty="0"/>
              <a:t>Легкость в использовании и открытость</a:t>
            </a:r>
          </a:p>
          <a:p>
            <a:pPr marL="0" indent="0">
              <a:buNone/>
            </a:pPr>
            <a:r>
              <a:rPr lang="ru-RU" dirty="0" err="1"/>
              <a:t>Bootstrap</a:t>
            </a:r>
            <a:r>
              <a:rPr lang="ru-RU" dirty="0"/>
              <a:t> очень простой для освоения и работы. Кроме того, к </a:t>
            </a:r>
            <a:r>
              <a:rPr lang="ru-RU" dirty="0" err="1"/>
              <a:t>фреймворку</a:t>
            </a:r>
            <a:r>
              <a:rPr lang="ru-RU" dirty="0"/>
              <a:t> есть множество </a:t>
            </a:r>
            <a:r>
              <a:rPr lang="ru-RU" u="sng" dirty="0">
                <a:hlinkClick r:id="rId3"/>
              </a:rPr>
              <a:t>уроков и инструкций</a:t>
            </a:r>
            <a:r>
              <a:rPr lang="ru-RU" dirty="0"/>
              <a:t>. Открытый исходный код позволяет адаптировать </a:t>
            </a:r>
            <a:r>
              <a:rPr lang="ru-RU" dirty="0" err="1"/>
              <a:t>Bootstrap</a:t>
            </a:r>
            <a:r>
              <a:rPr lang="ru-RU" dirty="0"/>
              <a:t> под свои потребности</a:t>
            </a:r>
            <a:r>
              <a:rPr lang="ru-RU" dirty="0" smtClean="0"/>
              <a:t>.</a:t>
            </a:r>
          </a:p>
          <a:p>
            <a:r>
              <a:rPr lang="ru-RU" b="1" dirty="0"/>
              <a:t>Понятный код</a:t>
            </a:r>
          </a:p>
          <a:p>
            <a:pPr marL="0" indent="0">
              <a:buNone/>
            </a:pPr>
            <a:r>
              <a:rPr lang="ru-RU" dirty="0"/>
              <a:t>С помощью </a:t>
            </a:r>
            <a:r>
              <a:rPr lang="ru-RU" dirty="0" err="1"/>
              <a:t>Bootstrap</a:t>
            </a:r>
            <a:r>
              <a:rPr lang="ru-RU" dirty="0"/>
              <a:t> можно писать простой и качественный код, который будет понятен другим разработчикам. Это облегчает работу в команде</a:t>
            </a:r>
            <a:r>
              <a:rPr lang="ru-RU" dirty="0" smtClean="0"/>
              <a:t>.</a:t>
            </a:r>
          </a:p>
          <a:p>
            <a:r>
              <a:rPr lang="ru-RU" b="1" dirty="0"/>
              <a:t>Единство стилей</a:t>
            </a:r>
          </a:p>
          <a:p>
            <a:r>
              <a:rPr lang="ru-RU" dirty="0"/>
              <a:t>Элементы </a:t>
            </a:r>
            <a:r>
              <a:rPr lang="ru-RU" dirty="0" err="1"/>
              <a:t>фреймворка</a:t>
            </a:r>
            <a:r>
              <a:rPr lang="ru-RU" dirty="0"/>
              <a:t> гармонично сочетаются друг с другом, что позволяет создавать сайты и страницы в едином стиле</a:t>
            </a:r>
            <a:r>
              <a:rPr lang="ru-RU" dirty="0" smtClean="0"/>
              <a:t>.</a:t>
            </a:r>
          </a:p>
          <a:p>
            <a:r>
              <a:rPr lang="ru-RU" b="1" dirty="0"/>
              <a:t>Шаблонность</a:t>
            </a:r>
          </a:p>
          <a:p>
            <a:r>
              <a:rPr lang="ru-RU" dirty="0"/>
              <a:t>Сайты, созданные с помощью </a:t>
            </a:r>
            <a:r>
              <a:rPr lang="ru-RU" dirty="0" err="1"/>
              <a:t>Bootstrap</a:t>
            </a:r>
            <a:r>
              <a:rPr lang="ru-RU" dirty="0"/>
              <a:t>, имеют одинаковую навигацию, структуру, кнопки. Чтобы решить проблему, можно изменять шаблон в зависимости от идей дизайнеров и пожеланий заказчика.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225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3151" y="83112"/>
            <a:ext cx="8534400" cy="1507067"/>
          </a:xfrm>
        </p:spPr>
        <p:txBody>
          <a:bodyPr/>
          <a:lstStyle/>
          <a:p>
            <a:r>
              <a:rPr lang="ru-RU" b="1" dirty="0"/>
              <a:t>Как начать работу с </a:t>
            </a:r>
            <a:r>
              <a:rPr lang="ru-RU" b="1" dirty="0" err="1"/>
              <a:t>Bootstrap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0263" y="1224792"/>
            <a:ext cx="8534400" cy="2816216"/>
          </a:xfrm>
        </p:spPr>
        <p:txBody>
          <a:bodyPr>
            <a:normAutofit/>
          </a:bodyPr>
          <a:lstStyle/>
          <a:p>
            <a:r>
              <a:rPr lang="ru-RU" dirty="0"/>
              <a:t>Чтобы начать работать с </a:t>
            </a:r>
            <a:r>
              <a:rPr lang="ru-RU" dirty="0" err="1"/>
              <a:t>Bootstrap</a:t>
            </a:r>
            <a:r>
              <a:rPr lang="ru-RU" dirty="0"/>
              <a:t>, нужен текстовый редактор для работы с кодом (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</a:t>
            </a:r>
            <a:r>
              <a:rPr lang="ru-RU" dirty="0" err="1"/>
              <a:t>Code</a:t>
            </a:r>
            <a:r>
              <a:rPr lang="ru-RU" dirty="0"/>
              <a:t>, </a:t>
            </a:r>
            <a:r>
              <a:rPr lang="ru-RU" dirty="0" err="1"/>
              <a:t>Atom</a:t>
            </a:r>
            <a:r>
              <a:rPr lang="ru-RU" dirty="0"/>
              <a:t>, </a:t>
            </a:r>
            <a:r>
              <a:rPr lang="ru-RU" dirty="0" err="1"/>
              <a:t>Sublime</a:t>
            </a:r>
            <a:r>
              <a:rPr lang="ru-RU" dirty="0"/>
              <a:t> </a:t>
            </a:r>
            <a:r>
              <a:rPr lang="ru-RU" dirty="0" err="1"/>
              <a:t>Text</a:t>
            </a:r>
            <a:r>
              <a:rPr lang="ru-RU" dirty="0"/>
              <a:t> и т.п.) или IDE — интегрированная среда разработки, а также браузер, в котором можно отслеживать изменения. Он должен быть обновлен до версии, которую поддерживает последний вариант </a:t>
            </a:r>
            <a:r>
              <a:rPr lang="ru-RU" dirty="0" err="1"/>
              <a:t>Bootstrap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60779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49</TotalTime>
  <Words>203</Words>
  <Application>Microsoft Office PowerPoint</Application>
  <PresentationFormat>Широкоэкранный</PresentationFormat>
  <Paragraphs>25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Century Gothic</vt:lpstr>
      <vt:lpstr>Times New Roman</vt:lpstr>
      <vt:lpstr>Wingdings 3</vt:lpstr>
      <vt:lpstr>Сектор</vt:lpstr>
      <vt:lpstr>Bootstrap </vt:lpstr>
      <vt:lpstr>Из чего состоит Bootstrap </vt:lpstr>
      <vt:lpstr>Особенности Bootstrap </vt:lpstr>
      <vt:lpstr>Как начать работу с Bootstrap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9231 kopr</dc:creator>
  <cp:lastModifiedBy>9231 kopr</cp:lastModifiedBy>
  <cp:revision>6</cp:revision>
  <dcterms:created xsi:type="dcterms:W3CDTF">2026-05-05T06:45:17Z</dcterms:created>
  <dcterms:modified xsi:type="dcterms:W3CDTF">2026-05-05T07:34:58Z</dcterms:modified>
</cp:coreProperties>
</file>